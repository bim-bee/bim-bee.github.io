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94660"/>
  </p:normalViewPr>
  <p:slideViewPr>
    <p:cSldViewPr snapToGrid="0">
      <p:cViewPr>
        <p:scale>
          <a:sx n="78" d="100"/>
          <a:sy n="78" d="100"/>
        </p:scale>
        <p:origin x="450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118EDF-3D90-4B8C-8722-7840F1CA2A42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F6C5B6-B367-4103-92C8-29FB55F7F037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98177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FAD4F-5743-5E0C-2B57-04E4086DE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FD643C-87AE-7BB6-1DBC-B48A6207F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C20F0-E5DE-3BE2-9758-15DFE557EC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E8907-7A79-9117-ACAB-29C06DDBB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187CF-BBDD-8AD3-6A39-8B1FAC5D2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12613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BD49B-B73E-6D67-7118-6F8036F6F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F59BD-2574-A0F6-04AE-B939F4321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CE01-A708-A219-3AFB-576391121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0FBEB-1549-F9E7-9F89-98E9B724B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1B35D-2CD7-BB3D-F0C4-66215B5F9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128576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1D8CE-2B33-FCFA-8D11-CD48C556E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26A22D-B85C-4658-C833-59141B49A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E6AF5E-E742-125D-D7A7-F8A36A60E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DF790-5115-5791-72B1-10E9DBBE8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3CF31C-448C-8752-1C08-D61A18DEE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2530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932B-BCE7-B825-3815-6A3523065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59AF3-2A6A-2A1D-CBD0-1F64569D1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7AD04-335B-6177-5838-27CA7546D1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25926B-6F18-541C-67BF-FBCB5BCA6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0D00FF-05F7-17B5-F920-FAC51D19D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30D4C3-1E7B-1A5C-1065-F58A9997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13580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40845-DE5D-7554-CEDE-F63AE401B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58667-89A2-2CA0-1F98-17E318FD2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343F-88A7-03C6-9032-10BECAEBC9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471C159-1D91-DF6E-2043-198F617935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EB7D46-124A-4A8D-AF76-130708234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750947-DCB0-EBE2-02DC-0694BFBF3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511F72-AD82-2DAD-293C-7BF4F313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BCC380A-2CA0-19CB-416F-D6A88C928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00090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E2AB-50F5-5554-E548-77DC84C8C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D3E13E-6A8B-EA8C-D2B7-5EF8D5D84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2E9778-65F6-B9E0-3D05-786B6F1B1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EBC729-91E8-99EE-BDA8-4F4F0AA2F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31699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D32E6F-A2B0-AD14-EE48-BF40FC874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CA079D-E2D0-C139-C3B7-94416DA5B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BAB5EB-5D49-E36F-DC63-679629D42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5096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31978-856D-8930-7F92-5F98E2AF4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58391-7C6D-C6C8-67ED-29E7470451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D0F85-21C1-402B-3E75-3337681C85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1B998-EB0C-98BD-D415-544556800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4B58BC-A00B-FEE4-93ED-BF305DC9BD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274272-A318-0BB1-DBFF-E14E2EE7E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73542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5694-294D-5129-5F1B-4BD0BB2AE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6514BB-1A22-3748-6F1E-5CA926872C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43C80-041B-F4E2-AB2B-CF286D9902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9DCB82-2E04-0614-A178-B66764AE4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23662-B726-A60A-D52E-1E0028EE0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9BE368-6A6E-4A1B-284F-2447E0B95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34073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2E6BC-EBF2-0008-5F39-311A02774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DA3418-7A13-E5FD-C29A-93C8C6BB04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3E145-F2D4-1A78-4984-32F1831F4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4CE04-4314-7560-835B-0BE1D6D5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3A1811-248D-E8A0-50A8-4BBA9D968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57941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087437-E56E-70AB-A1F6-B477B5B9DA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C47A1-A617-A655-7852-E692BD5A4B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48490-8114-E585-698E-66F3C751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86FAE-57EC-7123-3EC6-0948CB781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2AC77-A954-1CF5-74E8-C61142967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1765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F487C-F8D6-6E19-A290-63E234165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5E301-D8AF-B5D2-E907-BAF980DCA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54EF5-2A29-A4C3-27B6-49BA034E37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589BC9-8A60-436E-B099-B581EA0448B1}" type="datetimeFigureOut">
              <a:rPr lang="en-IL" smtClean="0"/>
              <a:t>24/10/2025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62756B-2A4F-35DF-2D4A-548ED3376E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00BD7D-649A-5B17-0744-9E905086B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875972-9E10-40DE-8B67-A50028BE71E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03642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46ED2555-5C40-0DA8-5D47-9F75DCD87C42}"/>
              </a:ext>
            </a:extLst>
          </p:cNvPr>
          <p:cNvGrpSpPr/>
          <p:nvPr/>
        </p:nvGrpSpPr>
        <p:grpSpPr>
          <a:xfrm>
            <a:off x="793346" y="985997"/>
            <a:ext cx="10479715" cy="4401258"/>
            <a:chOff x="579744" y="-580034"/>
            <a:chExt cx="13724768" cy="634905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436D2FB-432E-52BB-D40A-B6BDD1CD81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79744" y="-429759"/>
              <a:ext cx="8321653" cy="6198781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65000" dist="50800" dir="12900000" kx="195000" ky="145000" algn="tl" rotWithShape="0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360000"/>
              </a:camera>
              <a:lightRig rig="twoPt" dir="t">
                <a:rot lat="0" lon="0" rev="7200000"/>
              </a:lightRig>
            </a:scene3d>
            <a:sp3d contourW="12700">
              <a:bevelT w="25400" h="19050"/>
              <a:contourClr>
                <a:srgbClr val="969696"/>
              </a:contourClr>
            </a:sp3d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859CCFC-3303-97EC-FFF8-B68853A4B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9748" y="-580034"/>
              <a:ext cx="8054764" cy="5638336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65000" dist="50800" dir="12900000" kx="195000" ky="145000" algn="tl" rotWithShape="0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360000"/>
              </a:camera>
              <a:lightRig rig="twoPt" dir="t">
                <a:rot lat="0" lon="0" rev="7200000"/>
              </a:lightRig>
            </a:scene3d>
            <a:sp3d contourW="12700">
              <a:bevelT w="25400" h="19050"/>
              <a:contourClr>
                <a:srgbClr val="969696"/>
              </a:contourClr>
            </a:sp3d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9D78469-A9B6-5CD7-D4BE-FD1873E0B8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4416" r="8137"/>
            <a:stretch>
              <a:fillRect/>
            </a:stretch>
          </p:blipFill>
          <p:spPr>
            <a:xfrm>
              <a:off x="2804950" y="2944132"/>
              <a:ext cx="6252928" cy="2114170"/>
            </a:xfrm>
            <a:prstGeom prst="rect">
              <a:avLst/>
            </a:prstGeom>
            <a:solidFill>
              <a:srgbClr val="FFFFFF">
                <a:shade val="85000"/>
              </a:srgbClr>
            </a:solidFill>
            <a:ln w="190500" cap="sq">
              <a:solidFill>
                <a:srgbClr val="FFFFFF"/>
              </a:solidFill>
              <a:miter lim="800000"/>
            </a:ln>
            <a:effectLst>
              <a:outerShdw blurRad="65000" dist="50800" dir="12900000" kx="195000" ky="145000" algn="tl" rotWithShape="0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360000"/>
              </a:camera>
              <a:lightRig rig="twoPt" dir="t">
                <a:rot lat="0" lon="0" rev="7200000"/>
              </a:lightRig>
            </a:scene3d>
            <a:sp3d contourW="12700">
              <a:bevelT w="25400" h="19050"/>
              <a:contourClr>
                <a:srgbClr val="969696"/>
              </a:contourClr>
            </a:sp3d>
          </p:spPr>
        </p:pic>
      </p:grpSp>
    </p:spTree>
    <p:extLst>
      <p:ext uri="{BB962C8B-B14F-4D97-AF65-F5344CB8AC3E}">
        <p14:creationId xmlns:p14="http://schemas.microsoft.com/office/powerpoint/2010/main" val="29387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DC376A-B3A9-CEA5-0BF8-E915A534D8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96" y="629796"/>
            <a:ext cx="6601715" cy="5018650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413352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ABE21-F599-7FC5-58D3-2D6FA13CB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FDE3F-52C2-C25D-E5BD-741168D65F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5D9622-22C2-E913-B220-C84DEA3D0D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7" t="3176" r="2145" b="11514"/>
          <a:stretch>
            <a:fillRect/>
          </a:stretch>
        </p:blipFill>
        <p:spPr>
          <a:xfrm>
            <a:off x="2891481" y="556053"/>
            <a:ext cx="6487297" cy="5128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724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0203D5B-4682-1EF2-4896-219CE470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2445B8-0A83-ED6B-DE8C-CCFDFC152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435F91-96A7-2CF9-8BF0-FA93A0138D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031"/>
          <a:stretch>
            <a:fillRect/>
          </a:stretch>
        </p:blipFill>
        <p:spPr>
          <a:xfrm>
            <a:off x="2904441" y="1935191"/>
            <a:ext cx="4694964" cy="2408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260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GEV AYALON</dc:creator>
  <cp:lastModifiedBy>GEV AYALON</cp:lastModifiedBy>
  <cp:revision>3</cp:revision>
  <dcterms:created xsi:type="dcterms:W3CDTF">2025-10-18T15:04:09Z</dcterms:created>
  <dcterms:modified xsi:type="dcterms:W3CDTF">2025-10-24T18:39:56Z</dcterms:modified>
</cp:coreProperties>
</file>